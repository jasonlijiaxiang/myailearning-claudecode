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283" r:id="rId34"/>
    <p:sldId id="327" r:id="rId78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30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HTTP、五版脉络、2026-07-28 无状态核心、Extensions/Tasks/Apps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新版把这套握手改成无状态，第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2025-11-25，2026-07-12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新版把 Roots、Sampling、Logging 正式列入弃用（Deprecated），建议改用工具参数、直连模型 API、stderr/OpenTelemetry 等替代，且保留至少 12 个月缓冲。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了解新版三个扩展方向 Extensions、Tasks、MCP Apps，以及「正式弃用政策」对选型的意义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2025-11-25，2026-07-12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版本演进主线：从能用到企业级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五版脉络：2024-11 首发 → 2025-03（Streamable HTTP、OAuth 授权）→ 2025-06（Elicitation、结构化输出）→ 2025-11-25（当前稳定版）→ 2026-07-28（无状态核心，本月底转正）。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像一条路从「乡道」逐步拓宽成「高速」：早期解决「能跑通」，后面几版全在解决「多车道、能收费站鉴权、能规模化扩容」——越来越像企业基础设施。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今天生产上用的是 2025-11-25 稳定版；2026-07-28 版 RC 已于 5 月锁定，给 SDK 十周验证窗口，月底正式发布。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给客户的判断：协议在稳步向「企业规模化」演进，且有弃用缓冲机制——方向明确、升级可控，不是朝令夕改。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Tasks（长任务）：从实验特性转正为官方扩展，支持长时间运行的任务句柄——发起后可查询/更新/取消，不必卡在一次同步调用里。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RC 发布说明，用三句话向同事解释「无状态核心」解决了什么运维痛点。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月底新版发布，我现在的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不必立刻。稳定版仍是 2025-11-25，新旧版本有兼容期，SDK 同时支持新旧协议；按 12 个月弃用缓冲从容规划即可。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新版三扩展（Extensions/Tasks/MCP Apps）+ 正式弃用政策（≥12 个月缓冲）：能力可扩展、变更有节奏。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稳定版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规范：生产可用的当前基线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发布（RC 已出）：无状态核心、Tasks 长任务扩展——主打规模化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版本与协商：锁定稳定基线（2025-11-25）、能力协商取交集、未知能力要拒绝——证据：初始化记录、版本兼容表、错误路径用例（第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新版把这套握手改成「无状态」(下一张细讲)，但理解经典三步仍是基础。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（时效性重点：2026-07-28 生效，保鲜巡检优先复查此项。）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RC 发布文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modelcontextprotocol.io/docs/sdk；MCP 官方博客 SDK beta 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当前稳定规范 2025-11-25；下一版 2026-07-28 发布（RC 已锁定）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v2.0.0b1 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新规范适配已在 beta，迁移窗口的时间证据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74</Slides>
  <ScaleCrop>false</ScaleCrop>
  <HeadingPairs>
    <vt:vector size="2" baseType="variant">
      <vt:variant>
        <vt:lpstr>幻灯片标题</vt:lpstr>
      </vt:variant>
      <vt:variant>
        <vt:i4>74</vt:i4>
      </vt:variant>
    </vt:vector>
  </HeadingPairs>
  <TitlesOfParts>
    <vt:vector size="74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版本演进主线：从能用到企业级</vt:lpstr>
      <vt:lpstr>无状态核心：2026-07-28 最大的一次改动</vt:lpstr>
      <vt:lpstr>三个扩展方向：Extensions、Tasks、MCP Apps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全书串联</vt:lpstr>
      <vt:lpstr>把 MCP 讲给客户，一句话记住每一章</vt:lpstr>
      <vt:lpstr>生产验收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